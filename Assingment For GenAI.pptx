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TT Interphases" charset="1" panose="02000503020000020004"/>
      <p:regular r:id="rId17"/>
    </p:embeddedFont>
    <p:embeddedFont>
      <p:font typeface="PT Sans" charset="1" panose="020B0503020203020204"/>
      <p:regular r:id="rId18"/>
    </p:embeddedFont>
    <p:embeddedFont>
      <p:font typeface="PT Sans Bold" charset="1" panose="020B0703020203020204"/>
      <p:regular r:id="rId19"/>
    </p:embeddedFont>
    <p:embeddedFont>
      <p:font typeface="Cooper BT Bold Italics" charset="1" panose="0208080405030B09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" y="-12700"/>
            <a:ext cx="18286815" cy="10288333"/>
            <a:chOff x="0" y="0"/>
            <a:chExt cx="24382420" cy="13717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476" cy="13717778"/>
            </a:xfrm>
            <a:custGeom>
              <a:avLst/>
              <a:gdLst/>
              <a:ahLst/>
              <a:cxnLst/>
              <a:rect r="r" b="b" t="t" l="l"/>
              <a:pathLst>
                <a:path h="13717778" w="24382476">
                  <a:moveTo>
                    <a:pt x="0" y="0"/>
                  </a:moveTo>
                  <a:lnTo>
                    <a:pt x="24382476" y="0"/>
                  </a:lnTo>
                  <a:lnTo>
                    <a:pt x="24382476" y="13717778"/>
                  </a:lnTo>
                  <a:lnTo>
                    <a:pt x="0" y="137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17222"/>
            <a:ext cx="11991377" cy="170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Assignment For GenAI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700216" y="-248620"/>
            <a:ext cx="9175567" cy="10535620"/>
          </a:xfrm>
          <a:custGeom>
            <a:avLst/>
            <a:gdLst/>
            <a:ahLst/>
            <a:cxnLst/>
            <a:rect r="r" b="b" t="t" l="l"/>
            <a:pathLst>
              <a:path h="10535620" w="9175567">
                <a:moveTo>
                  <a:pt x="9175568" y="0"/>
                </a:moveTo>
                <a:lnTo>
                  <a:pt x="0" y="0"/>
                </a:lnTo>
                <a:lnTo>
                  <a:pt x="0" y="10535620"/>
                </a:lnTo>
                <a:lnTo>
                  <a:pt x="9175568" y="10535620"/>
                </a:lnTo>
                <a:lnTo>
                  <a:pt x="91755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1028700"/>
            <a:ext cx="1001077" cy="1039166"/>
            <a:chOff x="0" y="0"/>
            <a:chExt cx="1335207" cy="1386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5151" cy="1385951"/>
            </a:xfrm>
            <a:custGeom>
              <a:avLst/>
              <a:gdLst/>
              <a:ahLst/>
              <a:cxnLst/>
              <a:rect r="r" b="b" t="t" l="l"/>
              <a:pathLst>
                <a:path h="1385951" w="1335151">
                  <a:moveTo>
                    <a:pt x="0" y="0"/>
                  </a:moveTo>
                  <a:lnTo>
                    <a:pt x="1335151" y="0"/>
                  </a:lnTo>
                  <a:lnTo>
                    <a:pt x="1335151" y="1385951"/>
                  </a:lnTo>
                  <a:lnTo>
                    <a:pt x="0" y="1385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8" r="0" b="-19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94687" y="1362364"/>
            <a:ext cx="2286000" cy="3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93810"/>
            <a:ext cx="3863896" cy="3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6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By Digixito Media Pvt. Ltd.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8100000">
            <a:off x="11266229" y="-3387860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5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5" y="9498643"/>
                </a:lnTo>
                <a:lnTo>
                  <a:pt x="8272455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9109" y="7956779"/>
            <a:ext cx="1301521" cy="130152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89936" y="2971800"/>
            <a:ext cx="9753600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goal of this assignment is to evaluate your ability to design and implement a Retrieval-Augmented Generation (RAG) based intelligent system.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Y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ou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are required to build a chatbot that: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Accepts natural language d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scr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ptions of crime scenes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Analyzes the scenario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Identifies the type of crime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Recommends relevant legal provisions, including: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Applicable Acts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Specific Sections</a:t>
            </a:r>
          </a:p>
          <a:p>
            <a:pPr algn="l" marL="289560" indent="-144780" lvl="1">
              <a:lnSpc>
                <a:spcPts val="28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109" y="4476750"/>
            <a:ext cx="470498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8800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OBJECTIVE: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8100000">
            <a:off x="11467936" y="-3367690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9109" y="7956779"/>
            <a:ext cx="1301521" cy="130152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07968" y="1683812"/>
            <a:ext cx="11551332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Your solu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tion must support retrieval and reasoning over the following legal frameworks: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Bharatiya Nyaya Sanhita, 2023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Bharatiya Nagarik Suraksha Sanhita, 2023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Bharatiya Sakshya Adhiniyam, 2023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Indian Penal Code, 1860 (IPC)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Code of Criminal Procedure, 1973 (CrPC)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Indian Evidence Act, 1872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Information Technology Act, 2000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Narcotic Drugs and Psychotropic Substances Act, 1985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Prevention of Corruption Act, 1988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Protection of Children from Sexual Offences Act, 2012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Unlawful Activities (Prevention) Act, 1967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Dowry Prohibition Act, 1961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Juvenile Justice (Care and Pro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tection of Children) Act, 2015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Protection of Women from Domestic Violence Act, 2005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Motor Vehicles Act, 1988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Arms Act, 1959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Prevention of Money Laundering Act, 2002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88837"/>
            <a:ext cx="3216895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8800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LEGAL </a:t>
            </a:r>
            <a:r>
              <a:rPr lang="en-US" sz="8800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CORPUS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829009">
            <a:off x="13703694" y="-3960553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7150" y="2790825"/>
            <a:ext cx="9639300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D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esign a chatbot system where: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Input: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user provides a free-text description of a crime scenario, for example: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"A person broke into a house at n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ight, threatened th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 owner with a knife, and stole valuables."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Output: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chatbot should: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Identify relevant crime categories (e.g., theft, robbery, trespass)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Retrieve and cite applicable acts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Provide specific sections with brief explanations</a:t>
            </a:r>
          </a:p>
          <a:p>
            <a:pPr algn="l" marL="518160" indent="-259080" lvl="1">
              <a:lnSpc>
                <a:spcPts val="287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Justify why those sections apply to the given scenario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10000"/>
            <a:ext cx="4832521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PROBLEM </a:t>
            </a: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STATEMENT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829009">
            <a:off x="13703694" y="-3960553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5890" y="1343025"/>
            <a:ext cx="7560072" cy="760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A.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C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ore Components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Your system must include: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1. Document Processing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Ingest legal documents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Chunk and preprocess text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Create embedd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ings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2. Retrieval Syst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em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Use vector database or hybrid search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Retrieve top-k relevant legal sections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3. LLM Integration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Use an LLM to: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Interpret user input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Combine retrieved context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Generate 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structured legal recommendations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4. RAG P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ipeline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Clearly demonstrate: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Query → Retrieval → Augmentation → Generation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10000"/>
            <a:ext cx="519846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SYSTEM REQUIRMENT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829009">
            <a:off x="13703694" y="-3960553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86079" y="1162050"/>
            <a:ext cx="7560072" cy="796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B.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Functi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onal Requirements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Your chatbot should: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Handle ambigu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ous or incomplete descriptions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upport multi-crime scenar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ios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rovide stru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ctured output, such as: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{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"crime_type": ["Robbery", "Criminal Trespass"],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"applicable_laws": [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"ac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t": "Bharatiya Nyaya Sanhita, 2023",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section": "XYZ",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"d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escription": "...",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"justification": "..."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}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 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act": "Bha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ratiya Nyaya Sanhita, 2023",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"section":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"ABC",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description": "...",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 "j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ustification": "..."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}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]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10000"/>
            <a:ext cx="519846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SYSTEM REQUIRMENT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829009">
            <a:off x="13703694" y="-3960553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2661" y="3876675"/>
            <a:ext cx="7560072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C.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Non-Functi</a:t>
            </a: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onal Requirements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M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odular 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and clea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n code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calable arch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ite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cture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Clear documentation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easonable laten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y (&lt;5–10 seconds per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q</a:t>
            </a: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uery preferred)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10000"/>
            <a:ext cx="519846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SYSTEM REQUIRMENT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829009">
            <a:off x="13703694" y="-3960553"/>
            <a:ext cx="8272455" cy="9498643"/>
          </a:xfrm>
          <a:custGeom>
            <a:avLst/>
            <a:gdLst/>
            <a:ahLst/>
            <a:cxnLst/>
            <a:rect r="r" b="b" t="t" l="l"/>
            <a:pathLst>
              <a:path h="9498643" w="8272455">
                <a:moveTo>
                  <a:pt x="8272454" y="0"/>
                </a:moveTo>
                <a:lnTo>
                  <a:pt x="0" y="0"/>
                </a:lnTo>
                <a:lnTo>
                  <a:pt x="0" y="9498643"/>
                </a:lnTo>
                <a:lnTo>
                  <a:pt x="8272454" y="9498643"/>
                </a:lnTo>
                <a:lnTo>
                  <a:pt x="8272454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51906" y="1162050"/>
            <a:ext cx="7560072" cy="796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Please submit: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1. Code Repository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GitHub/GitLab link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Proper README with setup instructions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2. Documentation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Include: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System architecture diagram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Design decisions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Assumptions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Limitations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Future improvements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3. Demo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One of the following: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Hosted demo link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OR recorded video walkthrough (5–10 minutes)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4. Sample Test Cases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Provide at least 5–10 example inputs with outputs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76750"/>
            <a:ext cx="578106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171E19"/>
                </a:solidFill>
                <a:latin typeface="Anton"/>
                <a:ea typeface="Anton"/>
                <a:cs typeface="Anton"/>
                <a:sym typeface="Anton"/>
              </a:rPr>
              <a:t>DELIVERABLES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5918" y="3234713"/>
            <a:ext cx="9036164" cy="190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41"/>
              </a:lnSpc>
            </a:pPr>
            <a:r>
              <a:rPr lang="en-US" b="true" sz="11100" i="true" spc="-388">
                <a:solidFill>
                  <a:srgbClr val="FFDE52"/>
                </a:solidFill>
                <a:latin typeface="Cooper BT Bold Italics"/>
                <a:ea typeface="Cooper BT Bold Italics"/>
                <a:cs typeface="Cooper BT Bold Italics"/>
                <a:sym typeface="Cooper BT Bold Italics"/>
              </a:rPr>
              <a:t>Best of Luck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DAHG8O_Phu4</dc:identifier>
  <dcterms:modified xsi:type="dcterms:W3CDTF">2011-08-01T06:04:30Z</dcterms:modified>
  <cp:revision>1</cp:revision>
  <dc:title>Assingment For GenAI</dc:title>
</cp:coreProperties>
</file>